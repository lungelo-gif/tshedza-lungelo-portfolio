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804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4"/>
          </a:solidFill>
          <a:ln w="12700">
            <a:solidFill>
              <a:srgbClr val="05091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1"/>
          <p:cNvSpPr/>
          <p:nvPr/>
        </p:nvSpPr>
        <p:spPr>
          <a:xfrm>
            <a:off x="658368" y="704088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42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PERSONAL PORTFOLIO WEBSITE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58368" y="1078992"/>
            <a:ext cx="5623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Tshedza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Lungelo Mabaso</a:t>
            </a:r>
            <a:endParaRPr lang="en-US" sz="5400" dirty="0"/>
          </a:p>
        </p:txBody>
      </p:sp>
      <p:sp>
        <p:nvSpPr>
          <p:cNvPr id="7" name="Text 3"/>
          <p:cNvSpPr/>
          <p:nvPr/>
        </p:nvSpPr>
        <p:spPr>
          <a:xfrm>
            <a:off x="676656" y="290779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42E8FF"/>
                </a:solidFill>
              </a:rPr>
              <a:t>Aspiring Data Engineer &amp; Data Scientist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694944" y="3493008"/>
            <a:ext cx="5074920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A9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responsive portfolio created to showcase my skills, learning journey, certifications, CV and practical projects for internship and job opportunities.</a:t>
            </a:r>
            <a:endParaRPr lang="en-US" sz="1800" dirty="0"/>
          </a:p>
        </p:txBody>
      </p:sp>
      <p:pic>
        <p:nvPicPr>
          <p:cNvPr id="9" name="Image 2" descr="/mnt/data/slide_assets/portfolio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01768"/>
            <a:ext cx="932688" cy="9326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83080" y="50749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2E8FF"/>
                </a:solidFill>
              </a:rPr>
              <a:t>LIVE SITE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1783080" y="53309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9B8CE"/>
                </a:solidFill>
              </a:rPr>
              <a:t>https://lungelo-gif.github.io/tshedza-lungelo-portfolio/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07B9E"/>
                </a:solidFill>
              </a:rPr>
              <a:t>Portfolio Project • Tshedza Lungelo Mabaso • 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4"/>
          </a:solidFill>
          <a:ln w="12700">
            <a:solidFill>
              <a:srgbClr val="05091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42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OBJECTIVE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960120"/>
            <a:ext cx="5897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a portfolio that employers can open.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94944" y="2212848"/>
            <a:ext cx="544068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A9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website was designed to present who I am, what I am learning, and the practical work I have completed as an IT student aiming for a future in data.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3401568"/>
            <a:ext cx="2606040" cy="749808"/>
          </a:xfrm>
          <a:prstGeom prst="roundRect">
            <a:avLst>
              <a:gd name="adj" fmla="val 19512"/>
            </a:avLst>
          </a:prstGeom>
          <a:solidFill>
            <a:srgbClr val="0D1627"/>
          </a:solidFill>
          <a:ln w="12700">
            <a:solidFill>
              <a:srgbClr val="203B5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804672" y="35112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Home &amp; About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376732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9B8CE"/>
                </a:solidFill>
              </a:rPr>
              <a:t>Professional introduction and personal story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630168" y="3401568"/>
            <a:ext cx="2606040" cy="749808"/>
          </a:xfrm>
          <a:prstGeom prst="roundRect">
            <a:avLst>
              <a:gd name="adj" fmla="val 19512"/>
            </a:avLst>
          </a:prstGeom>
          <a:solidFill>
            <a:srgbClr val="0D1627"/>
          </a:solidFill>
          <a:ln w="12700">
            <a:solidFill>
              <a:srgbClr val="203B5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776472" y="35112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Skills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76472" y="376732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9B8CE"/>
                </a:solidFill>
              </a:rPr>
              <a:t>Technical and soft skills for data and software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58368" y="4425696"/>
            <a:ext cx="2606040" cy="749808"/>
          </a:xfrm>
          <a:prstGeom prst="roundRect">
            <a:avLst>
              <a:gd name="adj" fmla="val 19512"/>
            </a:avLst>
          </a:prstGeom>
          <a:solidFill>
            <a:srgbClr val="0D1627"/>
          </a:solidFill>
          <a:ln w="12700">
            <a:solidFill>
              <a:srgbClr val="203B5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804672" y="45354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Projects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479145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9B8CE"/>
                </a:solidFill>
              </a:rPr>
              <a:t>Three project entries with screenshots and technologies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3630168" y="4425696"/>
            <a:ext cx="2606040" cy="749808"/>
          </a:xfrm>
          <a:prstGeom prst="roundRect">
            <a:avLst>
              <a:gd name="adj" fmla="val 19512"/>
            </a:avLst>
          </a:prstGeom>
          <a:solidFill>
            <a:srgbClr val="0D1627"/>
          </a:solidFill>
          <a:ln w="12700">
            <a:solidFill>
              <a:srgbClr val="203B5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3776472" y="45354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8FF"/>
                </a:solidFill>
              </a:rPr>
              <a:t>CV &amp; Contact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76472" y="479145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A9B8CE"/>
                </a:solidFill>
              </a:rPr>
              <a:t>Downloadable CV, GitHub, LinkedIn and email</a:t>
            </a:r>
            <a:endParaRPr lang="en-US" sz="980" dirty="0"/>
          </a:p>
        </p:txBody>
      </p:sp>
      <p:pic>
        <p:nvPicPr>
          <p:cNvPr id="18" name="Image 0" descr="/mnt/data/slide_assets/pages_dark.png"/>
          <p:cNvPicPr>
            <a:picLocks noChangeAspect="1"/>
          </p:cNvPicPr>
          <p:nvPr/>
        </p:nvPicPr>
        <p:blipFill>
          <a:blip r:embed="rId3"/>
          <a:srcRect t="3928" b="3928"/>
          <a:stretch/>
        </p:blipFill>
        <p:spPr>
          <a:xfrm>
            <a:off x="6995160" y="804672"/>
            <a:ext cx="4443984" cy="41605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242048" y="52303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4F8FF"/>
                </a:solidFill>
              </a:rPr>
              <a:t>Live deployment evidence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260336" y="56327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A9B8CE"/>
                </a:solidFill>
              </a:rPr>
              <a:t>GitHub Pages publishes the finished portfolio online.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07B9E"/>
                </a:solidFill>
              </a:rPr>
              <a:t>Portfolio Project • Tshedza Lungelo Mabaso • 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4"/>
          </a:solidFill>
          <a:ln w="12700">
            <a:solidFill>
              <a:srgbClr val="05091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42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DIRECTION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950976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5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Dark tech style, clear story.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694944" y="2084832"/>
            <a:ext cx="521208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A9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portfolio combines a developer look with a data-focused identity: dark background, cyan accents, project evidence, readable sections and responsive design.</a:t>
            </a:r>
            <a:endParaRPr lang="en-US" sz="1800" dirty="0"/>
          </a:p>
        </p:txBody>
      </p:sp>
      <p:pic>
        <p:nvPicPr>
          <p:cNvPr id="6" name="Image 0" descr="/mnt/data/1000325853.jpg"/>
          <p:cNvPicPr>
            <a:picLocks noChangeAspect="1"/>
          </p:cNvPicPr>
          <p:nvPr/>
        </p:nvPicPr>
        <p:blipFill>
          <a:blip r:embed="rId3"/>
          <a:srcRect t="8387" b="8387"/>
          <a:stretch/>
        </p:blipFill>
        <p:spPr>
          <a:xfrm>
            <a:off x="758952" y="3931920"/>
            <a:ext cx="1417320" cy="1572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450592" y="3840480"/>
            <a:ext cx="3474720" cy="1755648"/>
          </a:xfrm>
          <a:prstGeom prst="roundRect">
            <a:avLst>
              <a:gd name="adj" fmla="val 8333"/>
            </a:avLst>
          </a:prstGeom>
          <a:solidFill>
            <a:srgbClr val="0D1627"/>
          </a:solidFill>
          <a:ln w="12700">
            <a:solidFill>
              <a:srgbClr val="203B5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/>
          <p:nvPr/>
        </p:nvSpPr>
        <p:spPr>
          <a:xfrm>
            <a:off x="2651760" y="40782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4F8FF"/>
                </a:solidFill>
              </a:rPr>
              <a:t>Identity + Career Focus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651760" y="4498848"/>
            <a:ext cx="28346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9B8CE"/>
                </a:solidFill>
              </a:rPr>
              <a:t>Aspiring Data Engineer &amp; Data Scientist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B8CE"/>
                </a:solidFill>
              </a:rPr>
              <a:t>Python • SQL • C# • Excel • Power BI</a:t>
            </a:r>
            <a:endParaRPr lang="en-US" sz="1400" dirty="0"/>
          </a:p>
        </p:txBody>
      </p:sp>
      <p:pic>
        <p:nvPicPr>
          <p:cNvPr id="10" name="Image 1" descr="/mnt/data/Screenshot 2026-08-25 123444.png"/>
          <p:cNvPicPr>
            <a:picLocks noChangeAspect="1"/>
          </p:cNvPicPr>
          <p:nvPr/>
        </p:nvPicPr>
        <p:blipFill>
          <a:blip r:embed="rId4"/>
          <a:srcRect t="13905" b="13905"/>
          <a:stretch/>
        </p:blipFill>
        <p:spPr>
          <a:xfrm>
            <a:off x="6446520" y="749808"/>
            <a:ext cx="5074920" cy="1920240"/>
          </a:xfrm>
          <a:prstGeom prst="rect">
            <a:avLst/>
          </a:prstGeom>
        </p:spPr>
      </p:pic>
      <p:pic>
        <p:nvPicPr>
          <p:cNvPr id="11" name="Image 2" descr="/mnt/data/Screenshot 2026-08-25 123535.png"/>
          <p:cNvPicPr>
            <a:picLocks noChangeAspect="1"/>
          </p:cNvPicPr>
          <p:nvPr/>
        </p:nvPicPr>
        <p:blipFill>
          <a:blip r:embed="rId5"/>
          <a:srcRect l="11573" r="11573"/>
          <a:stretch/>
        </p:blipFill>
        <p:spPr>
          <a:xfrm>
            <a:off x="6446520" y="2816352"/>
            <a:ext cx="2423160" cy="1755648"/>
          </a:xfrm>
          <a:prstGeom prst="rect">
            <a:avLst/>
          </a:prstGeom>
        </p:spPr>
      </p:pic>
      <p:pic>
        <p:nvPicPr>
          <p:cNvPr id="12" name="Image 3" descr="/mnt/data/Screenshot 2026-08-25 123719.png"/>
          <p:cNvPicPr>
            <a:picLocks noChangeAspect="1"/>
          </p:cNvPicPr>
          <p:nvPr/>
        </p:nvPicPr>
        <p:blipFill>
          <a:blip r:embed="rId6"/>
          <a:srcRect l="673" r="673"/>
          <a:stretch/>
        </p:blipFill>
        <p:spPr>
          <a:xfrm>
            <a:off x="9098280" y="2816352"/>
            <a:ext cx="2423160" cy="175564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446520" y="4901184"/>
            <a:ext cx="5074920" cy="822960"/>
          </a:xfrm>
          <a:prstGeom prst="roundRect">
            <a:avLst>
              <a:gd name="adj" fmla="val 17778"/>
            </a:avLst>
          </a:prstGeom>
          <a:solidFill>
            <a:srgbClr val="0D1627"/>
          </a:solidFill>
          <a:ln w="12700">
            <a:solidFill>
              <a:srgbClr val="203B5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8"/>
          <p:cNvSpPr/>
          <p:nvPr/>
        </p:nvSpPr>
        <p:spPr>
          <a:xfrm>
            <a:off x="6638544" y="51389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8FF"/>
                </a:solidFill>
              </a:rPr>
              <a:t>The site is built around evidence: screenshots, CV, links and project explanations.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07B9E"/>
                </a:solidFill>
              </a:rPr>
              <a:t>Portfolio Project • Tshedza Lungelo Mabaso • 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4"/>
          </a:solidFill>
          <a:ln w="12700">
            <a:solidFill>
              <a:srgbClr val="05091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3" name="Image 0" descr="/mnt/data/slide_assets/uj_dark.png"/>
          <p:cNvPicPr>
            <a:picLocks noChangeAspect="1"/>
          </p:cNvPicPr>
          <p:nvPr/>
        </p:nvPicPr>
        <p:blipFill>
          <a:blip r:embed="rId3"/>
          <a:srcRect t="7560" b="7560"/>
          <a:stretch/>
        </p:blipFill>
        <p:spPr>
          <a:xfrm>
            <a:off x="502920" y="502920"/>
            <a:ext cx="11201400" cy="4983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8229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42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01 • WEB DEVELOPMENT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1133856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0" b="1" dirty="0">
                <a:solidFill>
                  <a:srgbClr val="F4F8FF"/>
                </a:solidFill>
              </a:rPr>
              <a:t>UJ Connect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850392" y="1920240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42E8FF"/>
                </a:solidFill>
              </a:rPr>
              <a:t>Student Support &amp; Digital Queue Hub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822960" y="4297680"/>
            <a:ext cx="10195560" cy="932688"/>
          </a:xfrm>
          <a:prstGeom prst="roundRect">
            <a:avLst>
              <a:gd name="adj" fmla="val 15686"/>
            </a:avLst>
          </a:prstGeom>
          <a:solidFill>
            <a:srgbClr val="0D1627"/>
          </a:solidFill>
          <a:ln w="12700">
            <a:solidFill>
              <a:srgbClr val="203B5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/>
          <p:nvPr/>
        </p:nvSpPr>
        <p:spPr>
          <a:xfrm>
            <a:off x="1042416" y="455371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8FF"/>
                </a:solidFill>
              </a:rPr>
              <a:t>A responsive student-support concept with campus updates, service discovery, support-ticket tracking, accessibility features and remote digital queue functionality.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0" y="4507992"/>
            <a:ext cx="640080" cy="310896"/>
          </a:xfrm>
          <a:prstGeom prst="roundRect">
            <a:avLst>
              <a:gd name="adj" fmla="val 44118"/>
            </a:avLst>
          </a:prstGeom>
          <a:solidFill>
            <a:srgbClr val="0A2635"/>
          </a:solidFill>
          <a:ln w="12700">
            <a:solidFill>
              <a:srgbClr val="26587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7"/>
          <p:cNvSpPr/>
          <p:nvPr/>
        </p:nvSpPr>
        <p:spPr>
          <a:xfrm>
            <a:off x="8302752" y="458114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DF2FF"/>
                </a:solidFill>
              </a:rPr>
              <a:t>HTML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997696" y="4507992"/>
            <a:ext cx="566928" cy="310896"/>
          </a:xfrm>
          <a:prstGeom prst="roundRect">
            <a:avLst>
              <a:gd name="adj" fmla="val 44118"/>
            </a:avLst>
          </a:prstGeom>
          <a:solidFill>
            <a:srgbClr val="0A2635"/>
          </a:solidFill>
          <a:ln w="12700">
            <a:solidFill>
              <a:srgbClr val="26587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9"/>
          <p:cNvSpPr/>
          <p:nvPr/>
        </p:nvSpPr>
        <p:spPr>
          <a:xfrm>
            <a:off x="9070848" y="458114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DF2FF"/>
                </a:solidFill>
              </a:rPr>
              <a:t>CSS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9692640" y="4507992"/>
            <a:ext cx="1005840" cy="310896"/>
          </a:xfrm>
          <a:prstGeom prst="roundRect">
            <a:avLst>
              <a:gd name="adj" fmla="val 44118"/>
            </a:avLst>
          </a:prstGeom>
          <a:solidFill>
            <a:srgbClr val="0A2635"/>
          </a:solidFill>
          <a:ln w="12700">
            <a:solidFill>
              <a:srgbClr val="26587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1"/>
          <p:cNvSpPr/>
          <p:nvPr/>
        </p:nvSpPr>
        <p:spPr>
          <a:xfrm>
            <a:off x="9765792" y="4581144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DF2FF"/>
                </a:solidFill>
              </a:rPr>
              <a:t>JavaScript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229600" y="4901184"/>
            <a:ext cx="1143000" cy="310896"/>
          </a:xfrm>
          <a:prstGeom prst="roundRect">
            <a:avLst>
              <a:gd name="adj" fmla="val 44118"/>
            </a:avLst>
          </a:prstGeom>
          <a:solidFill>
            <a:srgbClr val="0A2635"/>
          </a:solidFill>
          <a:ln w="12700">
            <a:solidFill>
              <a:srgbClr val="26587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3"/>
          <p:cNvSpPr/>
          <p:nvPr/>
        </p:nvSpPr>
        <p:spPr>
          <a:xfrm>
            <a:off x="8302752" y="4974336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DF2FF"/>
                </a:solidFill>
              </a:rPr>
              <a:t>Responsive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07B9E"/>
                </a:solidFill>
              </a:rPr>
              <a:t>Portfolio Project • Tshedza Lungelo Mabaso • 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4"/>
          </a:solidFill>
          <a:ln w="12700">
            <a:solidFill>
              <a:srgbClr val="05091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658368" y="5943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42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PROJECTS 02–03 • 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905256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raw data to useful insights.</a:t>
            </a:r>
            <a:endParaRPr lang="en-US" sz="4300" dirty="0"/>
          </a:p>
        </p:txBody>
      </p:sp>
      <p:pic>
        <p:nvPicPr>
          <p:cNvPr id="5" name="Image 0" descr="/mnt/data/Screenshot 2026-08-25 123535.png"/>
          <p:cNvPicPr>
            <a:picLocks noChangeAspect="1"/>
          </p:cNvPicPr>
          <p:nvPr/>
        </p:nvPicPr>
        <p:blipFill>
          <a:blip r:embed="rId3"/>
          <a:srcRect t="1952" b="1952"/>
          <a:stretch/>
        </p:blipFill>
        <p:spPr>
          <a:xfrm>
            <a:off x="658368" y="1993392"/>
            <a:ext cx="5212080" cy="2788920"/>
          </a:xfrm>
          <a:prstGeom prst="rect">
            <a:avLst/>
          </a:prstGeom>
        </p:spPr>
      </p:pic>
      <p:pic>
        <p:nvPicPr>
          <p:cNvPr id="6" name="Image 1" descr="/mnt/data/Screenshot 2026-08-25 123719.png"/>
          <p:cNvPicPr>
            <a:picLocks noChangeAspect="1"/>
          </p:cNvPicPr>
          <p:nvPr/>
        </p:nvPicPr>
        <p:blipFill>
          <a:blip r:embed="rId4"/>
          <a:srcRect t="12570" b="12570"/>
          <a:stretch/>
        </p:blipFill>
        <p:spPr>
          <a:xfrm>
            <a:off x="6263640" y="1993392"/>
            <a:ext cx="5212080" cy="2788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8368" y="5010912"/>
            <a:ext cx="5212080" cy="841248"/>
          </a:xfrm>
          <a:prstGeom prst="roundRect">
            <a:avLst>
              <a:gd name="adj" fmla="val 17391"/>
            </a:avLst>
          </a:prstGeom>
          <a:solidFill>
            <a:srgbClr val="0D1627"/>
          </a:solidFill>
          <a:ln w="12700">
            <a:solidFill>
              <a:srgbClr val="203B5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4"/>
          <p:cNvSpPr/>
          <p:nvPr/>
        </p:nvSpPr>
        <p:spPr>
          <a:xfrm>
            <a:off x="859536" y="519379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8FF"/>
                </a:solidFill>
              </a:rPr>
              <a:t>Sales Data Analysis Dashboard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59536" y="55046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B8CE"/>
                </a:solidFill>
              </a:rPr>
              <a:t>Excel • KPIs • charts • business insights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63640" y="5010912"/>
            <a:ext cx="5212080" cy="841248"/>
          </a:xfrm>
          <a:prstGeom prst="roundRect">
            <a:avLst>
              <a:gd name="adj" fmla="val 17391"/>
            </a:avLst>
          </a:prstGeom>
          <a:solidFill>
            <a:srgbClr val="0D1627"/>
          </a:solidFill>
          <a:ln w="12700">
            <a:solidFill>
              <a:srgbClr val="203B5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7"/>
          <p:cNvSpPr/>
          <p:nvPr/>
        </p:nvSpPr>
        <p:spPr>
          <a:xfrm>
            <a:off x="6464808" y="519379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8FF"/>
                </a:solidFill>
              </a:rPr>
              <a:t>Student Performance Data Analyzer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64808" y="550468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9B8CE"/>
                </a:solidFill>
              </a:rPr>
              <a:t>Python • CSV • averages • performance trends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07B9E"/>
                </a:solidFill>
              </a:rPr>
              <a:t>Portfolio Project • Tshedza Lungelo Mabaso • 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4"/>
          </a:solidFill>
          <a:ln w="12700">
            <a:solidFill>
              <a:srgbClr val="05091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42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&amp; DEPLOYMENT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in GitHub. Portfolio live online.</a:t>
            </a:r>
            <a:endParaRPr lang="en-US" sz="4300" dirty="0"/>
          </a:p>
        </p:txBody>
      </p:sp>
      <p:pic>
        <p:nvPicPr>
          <p:cNvPr id="5" name="Image 0" descr="/mnt/data/slide_assets/repo_dark.png"/>
          <p:cNvPicPr>
            <a:picLocks noChangeAspect="1"/>
          </p:cNvPicPr>
          <p:nvPr/>
        </p:nvPicPr>
        <p:blipFill>
          <a:blip r:embed="rId3"/>
          <a:srcRect t="19089" b="19089"/>
          <a:stretch/>
        </p:blipFill>
        <p:spPr>
          <a:xfrm>
            <a:off x="658368" y="2057400"/>
            <a:ext cx="5285232" cy="3063240"/>
          </a:xfrm>
          <a:prstGeom prst="rect">
            <a:avLst/>
          </a:prstGeom>
        </p:spPr>
      </p:pic>
      <p:pic>
        <p:nvPicPr>
          <p:cNvPr id="6" name="Image 1" descr="/mnt/data/slide_assets/pages_dark.png"/>
          <p:cNvPicPr>
            <a:picLocks noChangeAspect="1"/>
          </p:cNvPicPr>
          <p:nvPr/>
        </p:nvPicPr>
        <p:blipFill>
          <a:blip r:embed="rId4"/>
          <a:srcRect t="21478" b="21478"/>
          <a:stretch/>
        </p:blipFill>
        <p:spPr>
          <a:xfrm>
            <a:off x="6245352" y="2057400"/>
            <a:ext cx="5285232" cy="3063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8368" y="5349240"/>
            <a:ext cx="5285232" cy="713232"/>
          </a:xfrm>
          <a:prstGeom prst="roundRect">
            <a:avLst>
              <a:gd name="adj" fmla="val 20513"/>
            </a:avLst>
          </a:prstGeom>
          <a:solidFill>
            <a:srgbClr val="0D1627"/>
          </a:solidFill>
          <a:ln w="12700">
            <a:solidFill>
              <a:srgbClr val="203B5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4"/>
          <p:cNvSpPr/>
          <p:nvPr/>
        </p:nvSpPr>
        <p:spPr>
          <a:xfrm>
            <a:off x="850392" y="550468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9B8CE"/>
                </a:solidFill>
              </a:rPr>
              <a:t>Source repository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9B8CE"/>
                </a:solidFill>
              </a:rPr>
              <a:t>https://github.com/Lungelo-gif/tshedza-lungelo-portfolio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245352" y="5349240"/>
            <a:ext cx="5285232" cy="713232"/>
          </a:xfrm>
          <a:prstGeom prst="roundRect">
            <a:avLst>
              <a:gd name="adj" fmla="val 20513"/>
            </a:avLst>
          </a:prstGeom>
          <a:solidFill>
            <a:srgbClr val="0D1627"/>
          </a:solidFill>
          <a:ln w="12700">
            <a:solidFill>
              <a:srgbClr val="203B5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6"/>
          <p:cNvSpPr/>
          <p:nvPr/>
        </p:nvSpPr>
        <p:spPr>
          <a:xfrm>
            <a:off x="6437376" y="550468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A9B8CE"/>
                </a:solidFill>
              </a:rPr>
              <a:t>Live website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9B8CE"/>
                </a:solidFill>
              </a:rPr>
              <a:t>https://lungelo-gif.github.io/tshedza-lungelo-portfolio/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07B9E"/>
                </a:solidFill>
              </a:rPr>
              <a:t>Portfolio Project • Tshedza Lungelo Mabaso • 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4"/>
          </a:solidFill>
          <a:ln w="12700">
            <a:solidFill>
              <a:srgbClr val="05091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42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FOR SUBMISSION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project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completed.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2670048"/>
            <a:ext cx="53492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A9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submission includes the live deployed website, the GitHub source-code repository, and this presentation summarising the design, technologies and projects.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3995928"/>
            <a:ext cx="5230368" cy="384048"/>
          </a:xfrm>
          <a:prstGeom prst="roundRect">
            <a:avLst>
              <a:gd name="adj" fmla="val 38095"/>
            </a:avLst>
          </a:prstGeom>
          <a:solidFill>
            <a:srgbClr val="0D1627"/>
          </a:solidFill>
          <a:ln w="12700">
            <a:solidFill>
              <a:srgbClr val="203B5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841248" y="4105656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42E8FF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4096512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4F8FF"/>
                </a:solidFill>
              </a:rPr>
              <a:t>Live website deployed with GitHub Pages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85800" y="4489704"/>
            <a:ext cx="5230368" cy="384048"/>
          </a:xfrm>
          <a:prstGeom prst="roundRect">
            <a:avLst>
              <a:gd name="adj" fmla="val 38095"/>
            </a:avLst>
          </a:prstGeom>
          <a:solidFill>
            <a:srgbClr val="0D1627"/>
          </a:solidFill>
          <a:ln w="12700">
            <a:solidFill>
              <a:srgbClr val="203B5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841248" y="459943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42E8F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4590288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4F8FF"/>
                </a:solidFill>
              </a:rPr>
              <a:t>Source code uploaded to GitHub repository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85800" y="4983480"/>
            <a:ext cx="5230368" cy="384048"/>
          </a:xfrm>
          <a:prstGeom prst="roundRect">
            <a:avLst>
              <a:gd name="adj" fmla="val 38095"/>
            </a:avLst>
          </a:prstGeom>
          <a:solidFill>
            <a:srgbClr val="0D1627"/>
          </a:solidFill>
          <a:ln w="12700">
            <a:solidFill>
              <a:srgbClr val="203B5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841248" y="509320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42E8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5084064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4F8FF"/>
                </a:solidFill>
              </a:rPr>
              <a:t>CV download, profile photo and contact links included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85800" y="5477256"/>
            <a:ext cx="5230368" cy="384048"/>
          </a:xfrm>
          <a:prstGeom prst="roundRect">
            <a:avLst>
              <a:gd name="adj" fmla="val 38095"/>
            </a:avLst>
          </a:prstGeom>
          <a:solidFill>
            <a:srgbClr val="0D1627"/>
          </a:solidFill>
          <a:ln w="12700">
            <a:solidFill>
              <a:srgbClr val="203B5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841248" y="5586984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42E8FF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5577840"/>
            <a:ext cx="4389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4F8FF"/>
                </a:solidFill>
              </a:rPr>
              <a:t>Three projects presented with evidence screenshots</a:t>
            </a:r>
            <a:endParaRPr lang="en-US" sz="1220" dirty="0"/>
          </a:p>
        </p:txBody>
      </p:sp>
      <p:pic>
        <p:nvPicPr>
          <p:cNvPr id="18" name="Image 0" descr="/mnt/data/slide_assets/portfolio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024128"/>
            <a:ext cx="2057400" cy="20574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205472" y="327355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4F8FF"/>
                </a:solidFill>
              </a:rPr>
              <a:t>Scan to open live portfolio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547104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9B8CE"/>
                </a:solidFill>
              </a:rPr>
              <a:t>https://lungelo-gif.github.io/tshedza-lungelo-portfolio/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720840" y="4736592"/>
            <a:ext cx="4315968" cy="877824"/>
          </a:xfrm>
          <a:prstGeom prst="roundRect">
            <a:avLst>
              <a:gd name="adj" fmla="val 16667"/>
            </a:avLst>
          </a:prstGeom>
          <a:solidFill>
            <a:srgbClr val="0D1627"/>
          </a:solidFill>
          <a:ln w="12700">
            <a:solidFill>
              <a:srgbClr val="203B5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19"/>
          <p:cNvSpPr/>
          <p:nvPr/>
        </p:nvSpPr>
        <p:spPr>
          <a:xfrm>
            <a:off x="6976872" y="49834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A9B8CE"/>
                </a:solidFill>
              </a:rPr>
              <a:t>Key learning: AI helped with speed and structure, while understanding the code, layout and deployment remains important for explaining the project.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07B9E"/>
                </a:solidFill>
              </a:rPr>
              <a:t>Portfolio Project • Tshedza Lungelo Mabaso • 07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486</Words>
  <Application>Microsoft Office PowerPoint</Application>
  <PresentationFormat>Widescreen</PresentationFormat>
  <Paragraphs>76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Tshedza Lungelo Mabaso Portfolio Presentation</dc:title>
  <dc:subject>Professional Personal Portfolio Website Presentation</dc:subject>
  <dc:creator>Tshedza Lungelo Mabaso</dc:creator>
  <cp:lastModifiedBy>TSHEDZA LUNGELO MABASO</cp:lastModifiedBy>
  <cp:revision>3</cp:revision>
  <dcterms:created xsi:type="dcterms:W3CDTF">2026-08-25T11:46:50Z</dcterms:created>
  <dcterms:modified xsi:type="dcterms:W3CDTF">2026-08-25T11:52:34Z</dcterms:modified>
</cp:coreProperties>
</file>